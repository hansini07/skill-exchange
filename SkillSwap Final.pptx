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snapToObjects="1">
      <p:cViewPr varScale="1">
        <p:scale>
          <a:sx n="62" d="100"/>
          <a:sy n="62" d="100"/>
        </p:scale>
        <p:origin x="828" y="4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02-10-2026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02-10-2026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02-10-2026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02-10-2026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02-10-2026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02-10-2026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02-10-2026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02-10-2026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02-10-2026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02-10-2026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02-10-2026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02-10-2026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02-10-2026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02-10-2026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02-10-2026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02-10-2026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02-10-2026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02-10-2026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Skill Exchange and Micro Learning App</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US" dirty="0"/>
              <a:t>03/10/2026</a:t>
            </a: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 Y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371518628"/>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err="1"/>
                        <a:t>Thipireddy</a:t>
                      </a:r>
                      <a:r>
                        <a:rPr lang="en-US" dirty="0"/>
                        <a:t> Hansini</a:t>
                      </a:r>
                    </a:p>
                  </a:txBody>
                  <a:tcPr/>
                </a:tc>
                <a:tc>
                  <a:txBody>
                    <a:bodyPr/>
                    <a:lstStyle/>
                    <a:p>
                      <a:r>
                        <a:rPr lang="en-US" dirty="0"/>
                        <a:t>2520030095</a:t>
                      </a:r>
                    </a:p>
                  </a:txBody>
                  <a:tcPr/>
                </a:tc>
                <a:extLst>
                  <a:ext uri="{0D108BD9-81ED-4DB2-BD59-A6C34878D82A}">
                    <a16:rowId xmlns:a16="http://schemas.microsoft.com/office/drawing/2014/main" val="253518174"/>
                  </a:ext>
                </a:extLst>
              </a:tr>
              <a:tr h="370840">
                <a:tc>
                  <a:txBody>
                    <a:bodyPr/>
                    <a:lstStyle/>
                    <a:p>
                      <a:r>
                        <a:rPr lang="en-US" dirty="0"/>
                        <a:t>Sakili Poojitha Reddy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2520030110</a:t>
                      </a:r>
                    </a:p>
                  </a:txBody>
                  <a:tcPr/>
                </a:tc>
                <a:extLst>
                  <a:ext uri="{0D108BD9-81ED-4DB2-BD59-A6C34878D82A}">
                    <a16:rowId xmlns:a16="http://schemas.microsoft.com/office/drawing/2014/main" val="2413438055"/>
                  </a:ext>
                </a:extLst>
              </a:tr>
              <a:tr h="370840">
                <a:tc>
                  <a:txBody>
                    <a:bodyPr/>
                    <a:lstStyle/>
                    <a:p>
                      <a:r>
                        <a:rPr lang="en-US" dirty="0"/>
                        <a:t>Dheeraj</a:t>
                      </a:r>
                    </a:p>
                  </a:txBody>
                  <a:tcPr/>
                </a:tc>
                <a:tc>
                  <a:txBody>
                    <a:bodyPr/>
                    <a:lstStyle/>
                    <a:p>
                      <a:r>
                        <a:rPr lang="en-US" dirty="0"/>
                        <a:t>2520030193</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NUMBER:12</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070973915"/>
              </p:ext>
            </p:extLst>
          </p:nvPr>
        </p:nvGraphicFramePr>
        <p:xfrm>
          <a:off x="1424484" y="1553845"/>
          <a:ext cx="9652818" cy="2328436"/>
        </p:xfrm>
        <a:graphic>
          <a:graphicData uri="http://schemas.openxmlformats.org/drawingml/2006/table">
            <a:tbl>
              <a:tblPr firstRow="1" bandRow="1">
                <a:tableStyleId>{5A111915-BE36-4E01-A7E5-04B1672EAD32}</a:tableStyleId>
              </a:tblPr>
              <a:tblGrid>
                <a:gridCol w="4826409">
                  <a:extLst>
                    <a:ext uri="{9D8B030D-6E8A-4147-A177-3AD203B41FA5}">
                      <a16:colId xmlns:a16="http://schemas.microsoft.com/office/drawing/2014/main" val="446563831"/>
                    </a:ext>
                  </a:extLst>
                </a:gridCol>
                <a:gridCol w="4826409">
                  <a:extLst>
                    <a:ext uri="{9D8B030D-6E8A-4147-A177-3AD203B41FA5}">
                      <a16:colId xmlns:a16="http://schemas.microsoft.com/office/drawing/2014/main" val="4175382372"/>
                    </a:ext>
                  </a:extLst>
                </a:gridCol>
              </a:tblGrid>
              <a:tr h="408196">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14415">
                <a:tc>
                  <a:txBody>
                    <a:bodyPr/>
                    <a:lstStyle/>
                    <a:p>
                      <a:r>
                        <a:rPr lang="en-US" dirty="0" err="1"/>
                        <a:t>Thipireddy</a:t>
                      </a:r>
                      <a:r>
                        <a:rPr lang="en-US" dirty="0"/>
                        <a:t> Hansini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Frontend Development, UI Design, User Flow, Page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14415">
                <a:tc>
                  <a:txBody>
                    <a:bodyPr/>
                    <a:lstStyle/>
                    <a:p>
                      <a:r>
                        <a:rPr lang="en-US" dirty="0"/>
                        <a:t>Sakili Poojitha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Frontend Support, UI Content, Documentation, </a:t>
                      </a:r>
                      <a:r>
                        <a:rPr lang="fr-FR" dirty="0" err="1"/>
                        <a:t>Presentation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14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Dheeraj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Backend Development, REST APIs, Authentication, Data Management</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134852" y="1869896"/>
            <a:ext cx="9611917" cy="3606229"/>
          </a:xfrm>
        </p:spPr>
        <p:txBody>
          <a:bodyPr>
            <a:normAutofit/>
          </a:bodyPr>
          <a:lstStyle/>
          <a:p>
            <a:r>
              <a:rPr lang="en-US" sz="2000" dirty="0"/>
              <a:t>The </a:t>
            </a:r>
            <a:r>
              <a:rPr lang="en-US" sz="2000" b="1" dirty="0"/>
              <a:t>Skill Exchange and Micro Learning App</a:t>
            </a:r>
            <a:r>
              <a:rPr lang="en-US" sz="2000" dirty="0"/>
              <a:t> is a database-based platform that enables students to exchange knowledge and learn skills from one another.</a:t>
            </a:r>
          </a:p>
          <a:p>
            <a:endParaRPr lang="en-US" sz="2000" dirty="0"/>
          </a:p>
          <a:p>
            <a:r>
              <a:rPr lang="en-US" sz="2000" dirty="0"/>
              <a:t>Users can add the skills they can teach, the skills they want to learn, their skill level, and availability. The system identifies suitable skill partners based on complementary skills and availability.</a:t>
            </a:r>
          </a:p>
          <a:p>
            <a:endParaRPr lang="en-US" sz="2000" dirty="0"/>
          </a:p>
          <a:p>
            <a:r>
              <a:rPr lang="en-US" sz="2000" dirty="0"/>
              <a:t>The platform supports </a:t>
            </a:r>
            <a:r>
              <a:rPr lang="en-US" sz="2000" b="1" dirty="0"/>
              <a:t>skill matching, swap requests, learning sessions, user profiles, authentication, and skill-based interactions</a:t>
            </a:r>
            <a:r>
              <a:rPr lang="en-US" sz="2000" dirty="0"/>
              <a:t>, creating an affordable and collaborative learning environment.</a:t>
            </a:r>
          </a:p>
          <a:p>
            <a:pPr marL="0" indent="0" algn="just">
              <a:buNone/>
            </a:pPr>
            <a:endParaRPr lang="en-US" sz="20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3" name="Rectangle 1">
            <a:extLst>
              <a:ext uri="{FF2B5EF4-FFF2-40B4-BE49-F238E27FC236}">
                <a16:creationId xmlns:a16="http://schemas.microsoft.com/office/drawing/2014/main" id="{822282E6-479A-1CA3-83D2-0EFA5134075B}"/>
              </a:ext>
            </a:extLst>
          </p:cNvPr>
          <p:cNvSpPr>
            <a:spLocks noGrp="1" noChangeArrowheads="1"/>
          </p:cNvSpPr>
          <p:nvPr>
            <p:ph idx="1"/>
          </p:nvPr>
        </p:nvSpPr>
        <p:spPr bwMode="auto">
          <a:xfrm>
            <a:off x="710201" y="1690688"/>
            <a:ext cx="10771598"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have different skills that they can share with others.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application allows users to specify </a:t>
            </a:r>
            <a:r>
              <a:rPr kumimoji="0" lang="en-US" altLang="en-US" sz="2000" b="1" i="0" u="none" strike="noStrike" cap="none" normalizeH="0" baseline="0" dirty="0">
                <a:ln>
                  <a:noFill/>
                </a:ln>
                <a:solidFill>
                  <a:schemeClr val="tx1"/>
                </a:solidFill>
                <a:effectLst/>
                <a:latin typeface="Arial" panose="020B0604020202020204" pitchFamily="34" charset="0"/>
              </a:rPr>
              <a:t>skills they can teach</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skills they want to learn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Users can provide their </a:t>
            </a:r>
            <a:r>
              <a:rPr kumimoji="0" lang="en-US" altLang="en-US" sz="2000" b="1" i="0" u="none" strike="noStrike" cap="none" normalizeH="0" baseline="0" dirty="0">
                <a:ln>
                  <a:noFill/>
                </a:ln>
                <a:solidFill>
                  <a:schemeClr val="tx1"/>
                </a:solidFill>
                <a:effectLst/>
                <a:latin typeface="Arial" panose="020B0604020202020204" pitchFamily="34" charset="0"/>
              </a:rPr>
              <a:t>skill level and availability</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system identifies suitable learning partners.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can send and manage </a:t>
            </a:r>
            <a:r>
              <a:rPr kumimoji="0" lang="en-US" altLang="en-US" sz="2000" b="1" i="0" u="none" strike="noStrike" cap="none" normalizeH="0" baseline="0" dirty="0">
                <a:ln>
                  <a:noFill/>
                </a:ln>
                <a:solidFill>
                  <a:schemeClr val="tx1"/>
                </a:solidFill>
                <a:effectLst/>
                <a:latin typeface="Arial" panose="020B0604020202020204" pitchFamily="34" charset="0"/>
              </a:rPr>
              <a:t>skill-swap requests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Learning sessions can be arranged based on availability.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Backend services manage user and request information. </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3" name="Rectangle 1">
            <a:extLst>
              <a:ext uri="{FF2B5EF4-FFF2-40B4-BE49-F238E27FC236}">
                <a16:creationId xmlns:a16="http://schemas.microsoft.com/office/drawing/2014/main" id="{E286666A-2C28-35A6-DC40-0897FBF00CE6}"/>
              </a:ext>
            </a:extLst>
          </p:cNvPr>
          <p:cNvSpPr>
            <a:spLocks noGrp="1" noChangeArrowheads="1"/>
          </p:cNvSpPr>
          <p:nvPr>
            <p:ph idx="1"/>
          </p:nvPr>
        </p:nvSpPr>
        <p:spPr bwMode="auto">
          <a:xfrm>
            <a:off x="839825" y="1793029"/>
            <a:ext cx="914237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Traditional online learning platforms mainly follow a </a:t>
            </a:r>
            <a:r>
              <a:rPr kumimoji="0" lang="en-US" altLang="en-US" sz="2000" b="1" i="0" u="none" strike="noStrike" cap="none" normalizeH="0" baseline="0" dirty="0">
                <a:ln>
                  <a:noFill/>
                </a:ln>
                <a:solidFill>
                  <a:schemeClr val="tx1"/>
                </a:solidFill>
                <a:effectLst/>
                <a:latin typeface="Arial" panose="020B0604020202020204" pitchFamily="34" charset="0"/>
              </a:rPr>
              <a:t>one-way learning model</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usually consume courses instead of exchanging skills directly.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Finding a person with a complementary skill can be difficult.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Availability and skill level are not always considered.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There is limited support for managing reciprocal learning sessions.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may also face cost and accessibility limitations. </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226031" y="1690688"/>
            <a:ext cx="11702266" cy="4348910"/>
          </a:xfrm>
        </p:spPr>
        <p:txBody>
          <a:bodyPr>
            <a:normAutofit/>
          </a:bodyPr>
          <a:lstStyle/>
          <a:p>
            <a:pPr marL="0" indent="0">
              <a:buNone/>
            </a:pPr>
            <a:r>
              <a:rPr lang="en-US" sz="2000" dirty="0"/>
              <a:t>Students often possess useful skills but may not have an easy way to exchange them with other students.</a:t>
            </a:r>
          </a:p>
          <a:p>
            <a:endParaRPr lang="en-US" sz="2000" dirty="0"/>
          </a:p>
          <a:p>
            <a:pPr marL="0" indent="0">
              <a:buNone/>
            </a:pPr>
            <a:r>
              <a:rPr lang="en-US" sz="2000" dirty="0"/>
              <a:t>The main challenges are:</a:t>
            </a:r>
          </a:p>
          <a:p>
            <a:pPr marL="0" indent="0">
              <a:buNone/>
            </a:pPr>
            <a:endParaRPr lang="en-US" sz="2000" dirty="0"/>
          </a:p>
          <a:p>
            <a:r>
              <a:rPr lang="en-US" sz="2000" dirty="0"/>
              <a:t>Difficulty finding suitable skill-learning partners. </a:t>
            </a:r>
          </a:p>
          <a:p>
            <a:r>
              <a:rPr lang="en-US" sz="2000" dirty="0"/>
              <a:t>Lack of effective skill-to-skill matching. </a:t>
            </a:r>
          </a:p>
          <a:p>
            <a:r>
              <a:rPr lang="en-US" sz="2000" dirty="0"/>
              <a:t>Difficulty coordinating availability. </a:t>
            </a:r>
          </a:p>
          <a:p>
            <a:r>
              <a:rPr lang="en-US" sz="2000" dirty="0"/>
              <a:t>No structured method for managing swap requests. </a:t>
            </a:r>
          </a:p>
          <a:p>
            <a:r>
              <a:rPr lang="en-US" sz="2000" dirty="0"/>
              <a:t>Limited tracking of learning sessions and user interactions. </a:t>
            </a:r>
          </a:p>
          <a:p>
            <a:r>
              <a:rPr lang="en-US" sz="2000" dirty="0"/>
              <a:t>Paid learning platforms may not be affordable for every student</a:t>
            </a:r>
          </a:p>
          <a:p>
            <a:endParaRPr lang="en-US" sz="2000"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a:xfrm>
            <a:off x="4014355" y="5718969"/>
            <a:ext cx="4114800" cy="365125"/>
          </a:xfrm>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934948" y="1770135"/>
            <a:ext cx="9945384" cy="4613096"/>
          </a:xfrm>
        </p:spPr>
        <p:txBody>
          <a:bodyPr>
            <a:normAutofit/>
          </a:bodyPr>
          <a:lstStyle/>
          <a:p>
            <a:r>
              <a:rPr lang="en-US" sz="2000" dirty="0"/>
              <a:t>Create a platform for students to teach and learn skills from each other. </a:t>
            </a:r>
          </a:p>
          <a:p>
            <a:endParaRPr lang="en-US" sz="2000" dirty="0"/>
          </a:p>
          <a:p>
            <a:r>
              <a:rPr lang="en-US" sz="2000" dirty="0"/>
              <a:t>Match users based on their skills, skill level, and availability. </a:t>
            </a:r>
          </a:p>
          <a:p>
            <a:endParaRPr lang="en-US" sz="2000" dirty="0"/>
          </a:p>
          <a:p>
            <a:r>
              <a:rPr lang="en-US" sz="2000" dirty="0"/>
              <a:t>Enable skill-swap requests and learning sessions. </a:t>
            </a:r>
          </a:p>
          <a:p>
            <a:endParaRPr lang="en-US" sz="2000" dirty="0"/>
          </a:p>
          <a:p>
            <a:r>
              <a:rPr lang="en-US" sz="2000" dirty="0"/>
              <a:t>Provide secure authentication and user profiles. </a:t>
            </a:r>
          </a:p>
          <a:p>
            <a:endParaRPr lang="en-US" sz="2000" dirty="0"/>
          </a:p>
          <a:p>
            <a:r>
              <a:rPr lang="en-US" sz="2000" dirty="0"/>
              <a:t>Support real-time interaction between students. </a:t>
            </a:r>
          </a:p>
          <a:p>
            <a:endParaRPr lang="en-US" sz="2000" dirty="0"/>
          </a:p>
          <a:p>
            <a:r>
              <a:rPr lang="en-US" sz="2000" dirty="0"/>
              <a:t>Make peer-to-peer learning simple, accessible, and affordable. </a:t>
            </a:r>
          </a:p>
          <a:p>
            <a:pPr marL="0" indent="0">
              <a:buNone/>
            </a:pPr>
            <a:endParaRPr lang="en-US" sz="20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3" name="Rectangle 1">
            <a:extLst>
              <a:ext uri="{FF2B5EF4-FFF2-40B4-BE49-F238E27FC236}">
                <a16:creationId xmlns:a16="http://schemas.microsoft.com/office/drawing/2014/main" id="{E83BD683-E02B-D3E2-25F4-169C466FB965}"/>
              </a:ext>
            </a:extLst>
          </p:cNvPr>
          <p:cNvSpPr>
            <a:spLocks noGrp="1" noChangeArrowheads="1"/>
          </p:cNvSpPr>
          <p:nvPr>
            <p:ph idx="1"/>
          </p:nvPr>
        </p:nvSpPr>
        <p:spPr bwMode="auto">
          <a:xfrm>
            <a:off x="1033409" y="1690688"/>
            <a:ext cx="98733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connect students who can </a:t>
            </a:r>
            <a:r>
              <a:rPr kumimoji="0" lang="en-US" altLang="en-US" sz="2000" b="1" i="0" u="none" strike="noStrike" cap="none" normalizeH="0" baseline="0" dirty="0">
                <a:ln>
                  <a:noFill/>
                </a:ln>
                <a:solidFill>
                  <a:schemeClr val="tx1"/>
                </a:solidFill>
                <a:effectLst/>
                <a:latin typeface="Arial" panose="020B0604020202020204" pitchFamily="34" charset="0"/>
              </a:rPr>
              <a:t>teach and learn skills from each other</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effective matching based on complementary skills.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consider </a:t>
            </a:r>
            <a:r>
              <a:rPr kumimoji="0" lang="en-US" altLang="en-US" sz="2000" b="1" i="0" u="none" strike="noStrike" cap="none" normalizeH="0" baseline="0" dirty="0">
                <a:ln>
                  <a:noFill/>
                </a:ln>
                <a:solidFill>
                  <a:schemeClr val="tx1"/>
                </a:solidFill>
                <a:effectLst/>
                <a:latin typeface="Arial" panose="020B0604020202020204" pitchFamily="34" charset="0"/>
              </a:rPr>
              <a:t>availability and skill level</a:t>
            </a:r>
            <a:r>
              <a:rPr kumimoji="0" lang="en-US" altLang="en-US" sz="2000" b="0" i="0" u="none" strike="noStrike" cap="none" normalizeH="0" baseline="0" dirty="0">
                <a:ln>
                  <a:noFill/>
                </a:ln>
                <a:solidFill>
                  <a:schemeClr val="tx1"/>
                </a:solidFill>
                <a:effectLst/>
                <a:latin typeface="Arial" panose="020B0604020202020204" pitchFamily="34" charset="0"/>
              </a:rPr>
              <a:t> during matching.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manage skill-swap requests and learning sessions.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provide secure user authentication.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an affordable and collaborative peer-learning environment.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build a platform that can be extended with AI-based matching and verification. </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147483"/>
            <a:ext cx="10515600" cy="1838172"/>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650268" y="1628212"/>
            <a:ext cx="10891463" cy="4790615"/>
          </a:xfrm>
        </p:spPr>
        <p:txBody>
          <a:bodyPr>
            <a:noAutofit/>
          </a:bodyPr>
          <a:lstStyle/>
          <a:p>
            <a:r>
              <a:rPr lang="en-US" sz="2000" dirty="0"/>
              <a:t>User Authentication  –  Login, registration, and secure user access. </a:t>
            </a:r>
          </a:p>
          <a:p>
            <a:endParaRPr lang="en-US" sz="2000" dirty="0"/>
          </a:p>
          <a:p>
            <a:r>
              <a:rPr lang="en-US" sz="2000" dirty="0"/>
              <a:t>Profile &amp; Skills  –  Manage skills, skill levels, and availability. </a:t>
            </a:r>
          </a:p>
          <a:p>
            <a:endParaRPr lang="en-US" sz="2000" dirty="0"/>
          </a:p>
          <a:p>
            <a:r>
              <a:rPr lang="en-US" sz="2000" dirty="0"/>
              <a:t>Skill Matching  –  Find suitable users based on skills and availability. </a:t>
            </a:r>
          </a:p>
          <a:p>
            <a:endParaRPr lang="en-US" sz="2000" dirty="0"/>
          </a:p>
          <a:p>
            <a:r>
              <a:rPr lang="en-US" sz="2000" dirty="0"/>
              <a:t>Swap Requests  –  Send, receive, and manage skill exchange requests. </a:t>
            </a:r>
          </a:p>
          <a:p>
            <a:endParaRPr lang="en-US" sz="2000" dirty="0"/>
          </a:p>
          <a:p>
            <a:r>
              <a:rPr lang="en-US" sz="2000" dirty="0"/>
              <a:t>Learning Sessions  –  Schedule and manage learning sessions. </a:t>
            </a:r>
          </a:p>
          <a:p>
            <a:endParaRPr lang="en-US" sz="2000" dirty="0"/>
          </a:p>
          <a:p>
            <a:r>
              <a:rPr lang="en-US" sz="2000" dirty="0"/>
              <a:t>Real-Time Communication  –  Support smooth communication and updates between users. </a:t>
            </a:r>
            <a:endParaRPr lang="en-IN" sz="2000" dirty="0"/>
          </a:p>
          <a:p>
            <a:pPr marL="0" indent="0">
              <a:buNone/>
            </a:pPr>
            <a:endParaRPr lang="en-US" sz="2000"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a:xfrm>
            <a:off x="725185" y="-50259"/>
            <a:ext cx="10515600" cy="1325563"/>
          </a:xfrm>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3" name="Rectangle 1">
            <a:extLst>
              <a:ext uri="{FF2B5EF4-FFF2-40B4-BE49-F238E27FC236}">
                <a16:creationId xmlns:a16="http://schemas.microsoft.com/office/drawing/2014/main" id="{FE9B0120-EEE1-64AD-F495-A2D8836D74C3}"/>
              </a:ext>
            </a:extLst>
          </p:cNvPr>
          <p:cNvSpPr>
            <a:spLocks noGrp="1" noChangeArrowheads="1"/>
          </p:cNvSpPr>
          <p:nvPr>
            <p:ph idx="1"/>
          </p:nvPr>
        </p:nvSpPr>
        <p:spPr bwMode="auto">
          <a:xfrm>
            <a:off x="725185" y="1371365"/>
            <a:ext cx="639480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Frontend : HTML, CSS, JavaScript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Backend : Node.js, Express.js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Database / Data Storage: JSON / Database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Authentication: JWT, </a:t>
            </a:r>
            <a:r>
              <a:rPr kumimoji="0" lang="en-US" altLang="en-US" sz="1600" i="0" u="none" strike="noStrike" cap="none" normalizeH="0" baseline="0" dirty="0" err="1">
                <a:ln>
                  <a:noFill/>
                </a:ln>
                <a:solidFill>
                  <a:schemeClr val="tx1"/>
                </a:solidFill>
                <a:effectLst/>
                <a:latin typeface="Arial" panose="020B0604020202020204" pitchFamily="34" charset="0"/>
              </a:rPr>
              <a:t>bcrypt</a:t>
            </a:r>
            <a:r>
              <a:rPr kumimoji="0" lang="en-US" altLang="en-US" sz="16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API: REST API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Real-Time Communication: Socket.IO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Web Browser: Google Chrome / Microsoft Edge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Operating System: Windows / Linux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IDE / Code Editor: Visual Studio Code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Package Manager: </a:t>
            </a:r>
            <a:r>
              <a:rPr kumimoji="0" lang="en-US" altLang="en-US" sz="1600" i="0" u="none" strike="noStrike" cap="none" normalizeH="0" baseline="0" dirty="0" err="1">
                <a:ln>
                  <a:noFill/>
                </a:ln>
                <a:solidFill>
                  <a:schemeClr val="tx1"/>
                </a:solidFill>
                <a:effectLst/>
                <a:latin typeface="Arial" panose="020B0604020202020204" pitchFamily="34" charset="0"/>
              </a:rPr>
              <a:t>npm</a:t>
            </a:r>
            <a:r>
              <a:rPr kumimoji="0" lang="en-US" altLang="en-US" sz="160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Arial" panose="020B0604020202020204" pitchFamily="34" charset="0"/>
              </a:rPr>
              <a:t>Version Control: Git and GitHub </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TextBox 3">
            <a:extLst>
              <a:ext uri="{FF2B5EF4-FFF2-40B4-BE49-F238E27FC236}">
                <a16:creationId xmlns:a16="http://schemas.microsoft.com/office/drawing/2014/main" id="{7AFD5FEA-82DE-D22C-22EA-E05C522E1A82}"/>
              </a:ext>
            </a:extLst>
          </p:cNvPr>
          <p:cNvSpPr txBox="1"/>
          <p:nvPr/>
        </p:nvSpPr>
        <p:spPr>
          <a:xfrm>
            <a:off x="763472" y="1339592"/>
            <a:ext cx="10665056" cy="5016758"/>
          </a:xfrm>
          <a:prstGeom prst="rect">
            <a:avLst/>
          </a:prstGeom>
          <a:noFill/>
        </p:spPr>
        <p:txBody>
          <a:bodyPr wrap="square">
            <a:spAutoFit/>
          </a:bodyPr>
          <a:lstStyle/>
          <a:p>
            <a:r>
              <a:rPr lang="en-US" sz="2000" b="1" dirty="0"/>
              <a:t>Conclusion</a:t>
            </a:r>
          </a:p>
          <a:p>
            <a:endParaRPr lang="en-US" sz="2000" b="1" dirty="0"/>
          </a:p>
          <a:p>
            <a:pPr marL="285750" indent="-285750">
              <a:buFont typeface="Arial" panose="020B0604020202020204" pitchFamily="34" charset="0"/>
              <a:buChar char="•"/>
            </a:pPr>
            <a:r>
              <a:rPr lang="en-US" sz="2000" dirty="0" err="1"/>
              <a:t>SkillSwap</a:t>
            </a:r>
            <a:r>
              <a:rPr lang="en-US" sz="2000" dirty="0"/>
              <a:t> provides a simple platform for students to teach and learn skills from each other. </a:t>
            </a:r>
          </a:p>
          <a:p>
            <a:pPr marL="285750" indent="-285750">
              <a:buFont typeface="Arial" panose="020B0604020202020204" pitchFamily="34" charset="0"/>
              <a:buChar char="•"/>
            </a:pPr>
            <a:r>
              <a:rPr lang="en-US" sz="2000" dirty="0"/>
              <a:t>It connects users based on skills, skill level, and availability. </a:t>
            </a:r>
          </a:p>
          <a:p>
            <a:pPr marL="285750" indent="-285750">
              <a:buFont typeface="Arial" panose="020B0604020202020204" pitchFamily="34" charset="0"/>
              <a:buChar char="•"/>
            </a:pPr>
            <a:r>
              <a:rPr lang="en-US" sz="2000" dirty="0"/>
              <a:t>The platform supports profiles, skill matching, swap requests, and learning sessions. </a:t>
            </a:r>
          </a:p>
          <a:p>
            <a:pPr marL="285750" indent="-285750">
              <a:buFont typeface="Arial" panose="020B0604020202020204" pitchFamily="34" charset="0"/>
              <a:buChar char="•"/>
            </a:pPr>
            <a:r>
              <a:rPr lang="en-US" sz="2000" dirty="0"/>
              <a:t>It promotes collaborative, accessible, and affordable peer learning. </a:t>
            </a:r>
          </a:p>
          <a:p>
            <a:pPr marL="285750" indent="-285750">
              <a:buFont typeface="Arial" panose="020B0604020202020204" pitchFamily="34" charset="0"/>
              <a:buChar char="•"/>
            </a:pPr>
            <a:endParaRPr lang="en-US" sz="2000" dirty="0"/>
          </a:p>
          <a:p>
            <a:r>
              <a:rPr lang="en-US" sz="2000" b="1" dirty="0"/>
              <a:t>FUTURE SCOPE</a:t>
            </a:r>
          </a:p>
          <a:p>
            <a:endParaRPr lang="en-US" sz="2000" b="1" dirty="0"/>
          </a:p>
          <a:p>
            <a:pPr marL="285750" indent="-285750">
              <a:buFont typeface="Arial" panose="020B0604020202020204" pitchFamily="34" charset="0"/>
              <a:buChar char="•"/>
            </a:pPr>
            <a:r>
              <a:rPr lang="en-US" sz="2000" dirty="0"/>
              <a:t>AI-based smart skill matching </a:t>
            </a:r>
          </a:p>
          <a:p>
            <a:pPr marL="285750" indent="-285750">
              <a:buFont typeface="Arial" panose="020B0604020202020204" pitchFamily="34" charset="0"/>
              <a:buChar char="•"/>
            </a:pPr>
            <a:r>
              <a:rPr lang="en-US" sz="2000" dirty="0"/>
              <a:t>Mobile application for easy access </a:t>
            </a:r>
          </a:p>
          <a:p>
            <a:pPr marL="285750" indent="-285750">
              <a:buFont typeface="Arial" panose="020B0604020202020204" pitchFamily="34" charset="0"/>
              <a:buChar char="•"/>
            </a:pPr>
            <a:r>
              <a:rPr lang="en-US" sz="2000" dirty="0"/>
              <a:t>Chat and video calling for online sessions </a:t>
            </a:r>
          </a:p>
          <a:p>
            <a:pPr marL="285750" indent="-285750">
              <a:buFont typeface="Arial" panose="020B0604020202020204" pitchFamily="34" charset="0"/>
              <a:buChar char="•"/>
            </a:pPr>
            <a:r>
              <a:rPr lang="en-US" sz="2000" dirty="0"/>
              <a:t>Skill verification and certificates </a:t>
            </a:r>
          </a:p>
          <a:p>
            <a:pPr marL="285750" indent="-285750">
              <a:buFont typeface="Arial" panose="020B0604020202020204" pitchFamily="34" charset="0"/>
              <a:buChar char="•"/>
            </a:pPr>
            <a:r>
              <a:rPr lang="en-US" sz="2000" dirty="0"/>
              <a:t>Points, badges, and leaderboards </a:t>
            </a:r>
          </a:p>
          <a:p>
            <a:pPr marL="285750" indent="-285750">
              <a:buFont typeface="Arial" panose="020B0604020202020204" pitchFamily="34" charset="0"/>
              <a:buChar char="•"/>
            </a:pPr>
            <a:r>
              <a:rPr lang="en-US" sz="2000" dirty="0"/>
              <a:t>Expansion to colleges and larger learning communities </a:t>
            </a:r>
          </a:p>
          <a:p>
            <a:pPr algn="just">
              <a:buNone/>
            </a:pPr>
            <a:endParaRPr lang="en-IN" sz="2000"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8601</TotalTime>
  <Words>781</Words>
  <Application>Microsoft Office PowerPoint</Application>
  <PresentationFormat>Widescreen</PresentationFormat>
  <Paragraphs>184</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Skill Exchange and Micro Learning App </vt:lpstr>
      <vt:lpstr>GROUP NUMBER:12</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Chandra Shekar Reddy Thippireddy</cp:lastModifiedBy>
  <cp:revision>99</cp:revision>
  <dcterms:created xsi:type="dcterms:W3CDTF">2022-05-20T10:20:31Z</dcterms:created>
  <dcterms:modified xsi:type="dcterms:W3CDTF">2026-10-02T13:09:30Z</dcterms:modified>
</cp:coreProperties>
</file>